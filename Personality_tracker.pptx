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Lora"/>
      <p:regular r:id="rId19"/>
    </p:embeddedFont>
    <p:embeddedFont>
      <p:font typeface="Lora Bold"/>
      <p:regular r:id="rId20"/>
    </p:embeddedFont>
    <p:embeddedFont>
      <p:font typeface="Source Sans 3"/>
      <p:regular r:id="rId21"/>
    </p:embeddedFont>
    <p:embeddedFont>
      <p:font typeface="Source Sans 3 Bol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493267"/>
            <a:ext cx="4667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Персональный трекер привычек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952577" y="2932063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Коротко: приложение для автоматического учёта и визуализации ежедневных привычек — удобное решение для пользователей ПК без навыков программирования.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73744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Проблема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52577" y="1401812"/>
            <a:ext cx="2259137" cy="1766962"/>
          </a:xfrm>
          <a:prstGeom prst="roundRect">
            <a:avLst>
              <a:gd name="adj" fmla="val 1270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4102150" y="15513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Потеря мотивации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2150" y="186109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 визуализации прогресса сложно поддерживать привычки.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61286" y="1401812"/>
            <a:ext cx="2259137" cy="1766962"/>
          </a:xfrm>
          <a:prstGeom prst="roundRect">
            <a:avLst>
              <a:gd name="adj" fmla="val 1270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6510858" y="1551384"/>
            <a:ext cx="1959992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Ограничения традиционных методов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0858" y="2301032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Бумажные planners непрактичны для анализа динамики и статистики.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2577" y="3318346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4102150" y="346791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Целевая аудитория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02150" y="3777630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Неспециалисты — пользователи ПК без глубоких знаний программирования.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88044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Цель программы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254481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Отслеживать выполнение ежедневных полезных привычек: добавление, отметка, статистика (серии и % за 30 дней), навигация по датам и сохранение в JSON.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6399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Ключевые термины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003227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Привычка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2312938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Повторяющееся действие для ежедневного отслеживания.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2003227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2312938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Количество последовательных дней выполнения.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90937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309093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Процент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3400648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Доля дней с выполнением за последние 30 дней.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309093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309093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Трекер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3400648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Программа для фиксации выполнения привычек по датам.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1454"/>
            <a:ext cx="462185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Техническая платформа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94073"/>
            <a:ext cx="3019723" cy="3019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2989" y="210800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Среда и файлы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12989" y="2477542"/>
            <a:ext cx="471212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3.10, основной файл main.py и данные в habits.json. Интерфейс реализован на tkinter.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12989" y="310589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Запуск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12989" y="3475434"/>
            <a:ext cx="516932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Сохранить папку dist/main → перейти в неё → main.exe.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919311"/>
            <a:ext cx="426176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Требования к системе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23577" y="1583680"/>
            <a:ext cx="2259137" cy="1365126"/>
          </a:xfrm>
          <a:prstGeom prst="roundRect">
            <a:avLst>
              <a:gd name="adj" fmla="val 164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2200" y="175230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Аппаратные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2200" y="2062014"/>
            <a:ext cx="19218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ПК с Intel Pentium+, 14 МБ RAM, экран ≥800×600, мышь и клавиатура.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32286" y="1583680"/>
            <a:ext cx="2259137" cy="1365126"/>
          </a:xfrm>
          <a:prstGeom prst="roundRect">
            <a:avLst>
              <a:gd name="adj" fmla="val 164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0908" y="175230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Программные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00908" y="2062014"/>
            <a:ext cx="19218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3.10 и стандартные модули: tkinter, json, datetime, os, sys.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577" y="3098378"/>
            <a:ext cx="4667845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200" y="326700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Персонал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2200" y="3576712"/>
            <a:ext cx="43306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умеет работать с графическим интерфейсом Windows, Linux, MacOS; специальных знаний не требуется.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633665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Интерфейс — основные элементы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241947"/>
            <a:ext cx="5135166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Заголовок: «Трекер привычек»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Дата: текущая или выбранная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Таблица: Привычка | Серия (дней) | % выполнения | Маркер-выполнено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Кнопки: Добавить привычку, ←/→, Сегодня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Контекстное меню: Отметить, Редактировать, Удалить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45660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Поведение: добавление, отметка, навигация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1560984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7" y="1796207"/>
            <a:ext cx="2259137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52577" y="190909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Добавление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952577" y="2218804"/>
            <a:ext cx="22591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Кнопка «Добавить привычку» → ввести название → запись в таблицу и JSON.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61286" y="1560984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286" y="1796207"/>
            <a:ext cx="2259137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61286" y="1909093"/>
            <a:ext cx="18281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Отметка выполнения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361286" y="2218804"/>
            <a:ext cx="225913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Выделить строку левой кнопкой → правый клик → «Отметить соблюдение» → обновление % и маркера.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952577" y="3438079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3658344"/>
            <a:ext cx="4667845" cy="19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52577" y="378618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Навигация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952577" y="4095899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←/→ — переключение дат, «Сегодня» — возврат к текущей дате; статистика пересчитывается.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588049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Управление данными и ошибки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533650"/>
            <a:ext cx="5135166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Данные сохраняются в habits.json .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Ошибки загрузки JSON игнорируются, а данные сбрасываются.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 добавлении/редактировании проверяются дубликаты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76728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Сообщения пользователю и завершение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23577" y="1871663"/>
            <a:ext cx="1456209" cy="2504554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673150" y="2021235"/>
            <a:ext cx="1157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Ошибки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330946"/>
            <a:ext cx="11570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«Привычка уже существует!», «Название уже занято!» — при конфликте имён.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29358" y="1871663"/>
            <a:ext cx="1456209" cy="2504554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2278931" y="2021235"/>
            <a:ext cx="1157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Подтверждения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78931" y="2550914"/>
            <a:ext cx="1157064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Диалоги: «Добавлена привычка: ...», «Переименовано в: ...», подтверждение удаления.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35139" y="1871663"/>
            <a:ext cx="1456209" cy="2504554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3884712" y="2021235"/>
            <a:ext cx="1157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Завершение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884712" y="2330946"/>
            <a:ext cx="115706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Закрыть окно (крестик) — завершение работы приложения.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3577" y="449982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Итог: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111435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Трекер привычек — это ваш инструмент для: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577" y="1521991"/>
            <a:ext cx="8096845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Постепенного формирования желаемых поведения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Визуализации личного прогресса и достижения целей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Повышения осознанности в управлении повседневными ритуалами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577" y="2513037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Он помогает не просто фиксировать действия, а выстраивать устойчивые изменения шаг за шагом.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7" y="3328318"/>
            <a:ext cx="2618259" cy="13651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350" y="34969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Рост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350" y="3806651"/>
            <a:ext cx="220481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Маленькие действия складываются в заметный результат.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3308" y="3328318"/>
            <a:ext cx="2618259" cy="13651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98131" y="34969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Мотивация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498131" y="3806651"/>
            <a:ext cx="220481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Прогресс становится видимым и вдохновляет не останавливаться.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089" y="3328318"/>
            <a:ext cx="2618333" cy="13651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46912" y="34969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Система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246912" y="3806651"/>
            <a:ext cx="220488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Привычки превращаются в устойчивый повседневный ритм.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3577" y="1321817"/>
            <a:ext cx="5655022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23577" y="2153394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3200"/>
              </a:spcAft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Начните отслеживать свои привычки сегодня — и увидите результаты уже в ближайшем будущем!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968675"/>
            <a:ext cx="2599209" cy="853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3150" y="3118247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🎉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Маленькие шаги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3150" y="3432721"/>
            <a:ext cx="23000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Приводят к большим переменам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358" y="2968675"/>
            <a:ext cx="2599209" cy="853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21931" y="3118247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Регулярность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421931" y="3432721"/>
            <a:ext cx="23000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Помогает закрепить привычки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1139" y="2968675"/>
            <a:ext cx="2599283" cy="853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0712" y="3118247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Прогресс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170712" y="3432721"/>
            <a:ext cx="23001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Становится заметным уже скоро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2026-06-07T16:21:15Z</dcterms:created>
  <dcterms:modified xsi:type="dcterms:W3CDTF">2026-06-07T16:21:15Z</dcterms:modified>
</cp:coreProperties>
</file>